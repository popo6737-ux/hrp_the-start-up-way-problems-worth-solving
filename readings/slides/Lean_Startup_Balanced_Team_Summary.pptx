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365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92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린 스타트업은 "균형 잡힌 팀"에서 가장 잘 작동한다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129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Katila, R. &amp; Leatherbee, M. (2021). "To Make Lean Startups Work, You Need a Balanced Team." Harvard Business Review.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EEF3FE"/>
          </a:solidFill>
          <a:ln/>
        </p:spPr>
      </p:sp>
      <p:pic>
        <p:nvPicPr>
          <p:cNvPr id="7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488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29968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린 스타트업은 실제로 효과가 있었다.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인터뷰를 많이 한 팀일수록 사업 아이디어를 더 빠르게 검증하고 명확하게 정리했다.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24912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10" name="Image 1" descr="icon_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620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43200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인터뷰는 학습 과정이다.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확인이 아니라, 새로운 아이디어와 가설을 만들어내는 학습 과정이었다.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438144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EEF3FE"/>
          </a:solidFill>
          <a:ln/>
        </p:spPr>
      </p:sp>
      <p:pic>
        <p:nvPicPr>
          <p:cNvPr id="13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753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456432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다양성이 집단사고를 막는다.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전공과 전문성을 가진 팀은 집단사고에 덜 빠지고, 초기 가정을 더 잘 의심하며, 실험 결과를 더 열린 태도로 받아들였다.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151376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16" name="Image 3" descr="icon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169664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MBA는 처음엔 소극적, 나중엔 강점이 된다.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검증에 처음엔 소극적일 수 있었지만, 방식을 받아들인 후에는 고객 인터뷰 결과를 더 잘 해석하고 사업모델을 크게 개선했다.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4910328"/>
            <a:ext cx="1129284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19" name="Text 13"/>
          <p:cNvSpPr/>
          <p:nvPr/>
        </p:nvSpPr>
        <p:spPr>
          <a:xfrm>
            <a:off x="685800" y="4983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5800" y="520293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가설보다 소수의 중요한 가설에 집중하고, 다양한 팀이 고객과 직접 검증하며, 증거에 따라 기존 생각을 바꾸어야 한다.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5870448"/>
            <a:ext cx="11292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메시지 —   린 스타트업의 성공은 방법론 자체뿐 아니라, 팀의 다양성과 학습 태도에 달려 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365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92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Startup Works Best with a Balanced Team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129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Katila, R. &amp; Leatherbee, M. (2021). "To Make Lean Startups Work, You Need a Balanced Team." Harvard Business Review.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EEF3FE"/>
          </a:solidFill>
          <a:ln/>
        </p:spPr>
      </p:sp>
      <p:pic>
        <p:nvPicPr>
          <p:cNvPr id="7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488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29968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largely works as promised.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conducted more customer interviews converged on business ideas faster.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24912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10" name="Image 1" descr="icon_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620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43200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interviews are a learning process.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 not only validate assumptions — they generated new ideas and hypotheses.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438144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EEF3FE"/>
          </a:solidFill>
          <a:ln/>
        </p:spPr>
      </p:sp>
      <p:pic>
        <p:nvPicPr>
          <p:cNvPr id="13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753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456432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guards against groupthink.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Educationally diverse teams were less vulnerable to groupthink, questioned assumptions more, and responded more openly to evidence.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151376"/>
            <a:ext cx="112928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pic>
        <p:nvPicPr>
          <p:cNvPr id="16" name="Image 3" descr="icon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169664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MBAs struggle first, then excel.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teams engaged less at first, but once they adopted the method, they interpreted feedback well and made stronger changes to their business models.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4910328"/>
            <a:ext cx="1129284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19" name="Text 13"/>
          <p:cNvSpPr/>
          <p:nvPr/>
        </p:nvSpPr>
        <p:spPr>
          <a:xfrm>
            <a:off x="685800" y="4983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5800" y="520293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 few important hypotheses, test them directly with customers, and use a diverse team willing to change its beliefs based on evidence.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5870448"/>
            <a:ext cx="11292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Message —   The success of Lean Startup depends not only on the method, but also on team diversity and the willingness to learn.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2026-07-29T10:24:58Z</dcterms:created>
  <dcterms:modified xsi:type="dcterms:W3CDTF">2026-07-29T10:24:58Z</dcterms:modified>
</cp:coreProperties>
</file>