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EAFAC3-F3AE-4D6B-9F3F-39A0C54375D4}" v="3" dt="2026-07-28T08:17:45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4838F-3A69-9960-A1F5-E76658B24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4B2600-65B2-ACB3-9DE4-849FC07E0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2D07D2-04DC-8884-B5E0-BEBF30235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84E8-C6F8-480F-95A8-EFC5A375C1E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EA450A-E638-050B-E8A7-C35F2678D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D5D929-9574-0591-81A8-2231FB65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F7947-62FA-49B4-A412-EA1A5F827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1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A16BB-E8A3-4AA6-C241-E0A128D00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09288E-C672-B3BD-7450-586119902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BB63D4-F592-8DFD-AA29-B0C8156D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84E8-C6F8-480F-95A8-EFC5A375C1E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C15750-7E59-F34D-FF18-63F9343AD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5BBFCF-41F3-CC3B-E1AD-C9A7CA535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F7947-62FA-49B4-A412-EA1A5F827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8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BDC25-C047-D0F1-1146-AF4C3ACFA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F15922-3FB7-6EB2-144F-9F61C50D1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5249EF-D0F3-433F-C582-813EF5989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84E8-C6F8-480F-95A8-EFC5A375C1E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0EB49D-13C3-4F99-C8E7-4BD378711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0CE7AF-DE87-C28D-ADE2-A6672D223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F7947-62FA-49B4-A412-EA1A5F827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10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F3BA6-D854-74ED-2FA5-922DCA7E5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DA4D9A-ED7E-88EB-615E-58BF6BC58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DFE201-986E-7C17-EA33-995AF6D33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7F2B4-E5AC-B8B3-6C73-A0DF786EA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84E8-C6F8-480F-95A8-EFC5A375C1E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9160D0-96FF-8B34-328D-F6788822D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40B345-5579-5E6C-81E1-AA892A01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F7947-62FA-49B4-A412-EA1A5F827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83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312CAA-A861-5F3F-789A-10A5753DE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B2F398-FA4C-F952-7E9B-9A4DA0D87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C59342-2525-B5EC-5A11-F659BA4E6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8DAA60-D2DA-79DE-1CBD-FB0FE6098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B55780B-642C-C633-5BD1-B3DB63FB5B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3A9A1CA-84F8-4370-E0AA-CDC38BBE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84E8-C6F8-480F-95A8-EFC5A375C1E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58E710-115F-B1DB-685F-DB894BAA9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704737-DA08-B0C9-5D5C-F3585CEF3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F7947-62FA-49B4-A412-EA1A5F827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6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6FFD5-134F-8FA6-8F43-922EF9AB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EF10B0-E12B-E64A-887F-AF47EE9A0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84E8-C6F8-480F-95A8-EFC5A375C1E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36083F-8DFC-756C-AE59-4520F19F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5429F9-0D37-81B2-381B-0D90F595E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F7947-62FA-49B4-A412-EA1A5F827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18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CA3A11-855B-E2E8-35DE-D0D074A2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84E8-C6F8-480F-95A8-EFC5A375C1E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94F6BF-FAE3-65E4-D567-17E12044C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C33B16-1D61-104D-A3E3-54502F73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F7947-62FA-49B4-A412-EA1A5F827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33823-EA67-105D-3BCC-93A4D9DA0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E1897D-6A84-0B16-3A72-5BDFA7D8C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C2DA64-4872-E031-192C-4A18EEB9A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209D57-F01B-B472-34E0-5D2DF011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84E8-C6F8-480F-95A8-EFC5A375C1E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1E5443-17CA-3A7B-8819-0F5ADE7DE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E440FE-7AA7-BF4E-7A02-508A15A1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F7947-62FA-49B4-A412-EA1A5F827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8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51BE90-CF91-73DB-CE7E-E09134432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4660B5-DBFB-0D6C-A4E7-889266AD72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EF3C6C-71C8-3A5F-99E2-DD91E0BD9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FFF136-57BE-A573-F1E1-A86FC3D98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84E8-C6F8-480F-95A8-EFC5A375C1E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A24E3C-F9FA-96A8-5F7A-9F3650F6D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5AB932-F447-5319-465B-E6D72DB7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F7947-62FA-49B4-A412-EA1A5F827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02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1D6D8-FB97-1BD7-EB7F-C3B6C5FC3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AEDA34-89DC-A7EC-ED2D-84A51FE2A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C0B39C-0242-E633-C77D-1BFB05976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84E8-C6F8-480F-95A8-EFC5A375C1E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FAED17-6DFB-AEB2-79E4-466EAF680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543C07-6001-4A4C-71BB-528A6077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F7947-62FA-49B4-A412-EA1A5F827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296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168A8C-460A-7F91-E8D4-41A38015E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472C83-3367-21CC-CE24-99EA886C8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ABE48B-B254-BD35-0638-A21F5AF2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84E8-C6F8-480F-95A8-EFC5A375C1E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7249C2-2264-809D-BC0C-14A33FF5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44C2CC-70D2-C524-1F80-4279D2DC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F7947-62FA-49B4-A412-EA1A5F827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5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7B68EB-8DBA-24CD-63EA-8E633452C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1E7F7E-06A8-1F00-9766-31044CBAC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6E0F02-6CDE-1A48-79DC-8D392EFAA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8F84E8-C6F8-480F-95A8-EFC5A375C1E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FB6F3C-3762-9976-8611-685B3ACFF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E39A70-EBF0-99B0-4738-977496623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F7947-62FA-49B4-A412-EA1A5F827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욕실, 실내, 벽, 배관 설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679D48-C598-01ED-9422-6121E08CF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60" r="-2" b="38106"/>
          <a:stretch>
            <a:fillRect/>
          </a:stretch>
        </p:blipFill>
        <p:spPr>
          <a:xfrm>
            <a:off x="4493436" y="243"/>
            <a:ext cx="7698564" cy="3346705"/>
          </a:xfrm>
          <a:custGeom>
            <a:avLst/>
            <a:gdLst/>
            <a:ahLst/>
            <a:cxnLst/>
            <a:rect l="l" t="t" r="r" b="b"/>
            <a:pathLst>
              <a:path w="7698564" h="3346705">
                <a:moveTo>
                  <a:pt x="1549963" y="0"/>
                </a:moveTo>
                <a:lnTo>
                  <a:pt x="1555540" y="0"/>
                </a:lnTo>
                <a:lnTo>
                  <a:pt x="2621768" y="0"/>
                </a:lnTo>
                <a:lnTo>
                  <a:pt x="6451640" y="0"/>
                </a:lnTo>
                <a:lnTo>
                  <a:pt x="6451640" y="479"/>
                </a:lnTo>
                <a:lnTo>
                  <a:pt x="7698564" y="479"/>
                </a:lnTo>
                <a:lnTo>
                  <a:pt x="7698564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11" name="그림 10" descr="휴대 전화, 정보기기, 통신 장치, 휴대용 통신 장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A8B2D0-0D0D-27A9-BB27-375DABBF56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883" b="20999"/>
          <a:stretch>
            <a:fillRect/>
          </a:stretch>
        </p:blipFill>
        <p:spPr>
          <a:xfrm>
            <a:off x="20" y="10"/>
            <a:ext cx="5859777" cy="3346695"/>
          </a:xfrm>
          <a:custGeom>
            <a:avLst/>
            <a:gdLst/>
            <a:ahLst/>
            <a:cxnLst/>
            <a:rect l="l" t="t" r="r" b="b"/>
            <a:pathLst>
              <a:path w="5859797" h="3346705">
                <a:moveTo>
                  <a:pt x="0" y="0"/>
                </a:moveTo>
                <a:lnTo>
                  <a:pt x="5859797" y="0"/>
                </a:lnTo>
                <a:lnTo>
                  <a:pt x="4309834" y="3346705"/>
                </a:lnTo>
                <a:lnTo>
                  <a:pt x="4304257" y="3346705"/>
                </a:lnTo>
                <a:lnTo>
                  <a:pt x="3238029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7" name="그림 6" descr="벽, 욕실, 실내, 배관 설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DC04A8-664E-9B0B-2841-0800D8E10E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28" r="2" b="2"/>
          <a:stretch>
            <a:fillRect/>
          </a:stretch>
        </p:blipFill>
        <p:spPr>
          <a:xfrm>
            <a:off x="6350089" y="3511295"/>
            <a:ext cx="5841911" cy="3346705"/>
          </a:xfrm>
          <a:custGeom>
            <a:avLst/>
            <a:gdLst/>
            <a:ahLst/>
            <a:cxnLst/>
            <a:rect l="l" t="t" r="r" b="b"/>
            <a:pathLst>
              <a:path w="5841911" h="3346705">
                <a:moveTo>
                  <a:pt x="1549963" y="0"/>
                </a:moveTo>
                <a:lnTo>
                  <a:pt x="1555540" y="0"/>
                </a:lnTo>
                <a:lnTo>
                  <a:pt x="2621768" y="0"/>
                </a:lnTo>
                <a:lnTo>
                  <a:pt x="5841911" y="0"/>
                </a:lnTo>
                <a:lnTo>
                  <a:pt x="5841911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9" name="그림 8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55D7E8-094F-62AD-A02B-E30D28800B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89" r="-2" b="15670"/>
          <a:stretch>
            <a:fillRect/>
          </a:stretch>
        </p:blipFill>
        <p:spPr>
          <a:xfrm>
            <a:off x="20" y="3511295"/>
            <a:ext cx="7698544" cy="3346705"/>
          </a:xfrm>
          <a:custGeom>
            <a:avLst/>
            <a:gdLst/>
            <a:ahLst/>
            <a:cxnLst/>
            <a:rect l="l" t="t" r="r" b="b"/>
            <a:pathLst>
              <a:path w="7698564" h="3346705">
                <a:moveTo>
                  <a:pt x="0" y="0"/>
                </a:moveTo>
                <a:lnTo>
                  <a:pt x="7698564" y="0"/>
                </a:lnTo>
                <a:lnTo>
                  <a:pt x="6148601" y="3346705"/>
                </a:lnTo>
                <a:lnTo>
                  <a:pt x="6143024" y="3346705"/>
                </a:lnTo>
                <a:lnTo>
                  <a:pt x="5076796" y="3346705"/>
                </a:lnTo>
                <a:lnTo>
                  <a:pt x="1246924" y="3346705"/>
                </a:lnTo>
                <a:lnTo>
                  <a:pt x="1246924" y="3346226"/>
                </a:lnTo>
                <a:lnTo>
                  <a:pt x="0" y="3346226"/>
                </a:lnTo>
                <a:close/>
              </a:path>
            </a:pathLst>
          </a:cu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6B01E7F-93EA-77B8-16EC-D42534DC19A7}"/>
              </a:ext>
            </a:extLst>
          </p:cNvPr>
          <p:cNvSpPr/>
          <p:nvPr/>
        </p:nvSpPr>
        <p:spPr>
          <a:xfrm>
            <a:off x="5788152" y="429768"/>
            <a:ext cx="3118104" cy="26700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5DB5D64-08F9-D96D-6DF8-1B1FA2D6112D}"/>
              </a:ext>
            </a:extLst>
          </p:cNvPr>
          <p:cNvSpPr/>
          <p:nvPr/>
        </p:nvSpPr>
        <p:spPr>
          <a:xfrm>
            <a:off x="10058400" y="3496300"/>
            <a:ext cx="2118360" cy="196266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662BFE8-BB9C-EE22-998D-D5A8E39D53DF}"/>
              </a:ext>
            </a:extLst>
          </p:cNvPr>
          <p:cNvSpPr/>
          <p:nvPr/>
        </p:nvSpPr>
        <p:spPr>
          <a:xfrm>
            <a:off x="1847088" y="-233"/>
            <a:ext cx="2234526" cy="35115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99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73387-4717-4B7A-EDB4-E741B24C10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60E9E2-6624-64AE-DFCD-16CCA15415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56D966-1A35-A1B3-3A6F-04AA3D23F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94" y="0"/>
            <a:ext cx="9705813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0650614-EDF2-4A93-4A9C-2626B5E5D938}"/>
              </a:ext>
            </a:extLst>
          </p:cNvPr>
          <p:cNvSpPr/>
          <p:nvPr/>
        </p:nvSpPr>
        <p:spPr>
          <a:xfrm>
            <a:off x="5746749" y="2425206"/>
            <a:ext cx="1890259" cy="10578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Cleaner feeling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3B4AAF-0349-0F7F-B554-C4862110F10C}"/>
              </a:ext>
            </a:extLst>
          </p:cNvPr>
          <p:cNvSpPr txBox="1"/>
          <p:nvPr/>
        </p:nvSpPr>
        <p:spPr>
          <a:xfrm>
            <a:off x="6967728" y="807284"/>
            <a:ext cx="307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백화점 </a:t>
            </a:r>
            <a:r>
              <a:rPr lang="en-US" altLang="ko-KR" b="1" dirty="0"/>
              <a:t>(Department Store)  </a:t>
            </a:r>
            <a:endParaRPr lang="en-US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731662B-93AE-58FB-7CEE-5DFE28B9E717}"/>
              </a:ext>
            </a:extLst>
          </p:cNvPr>
          <p:cNvSpPr/>
          <p:nvPr/>
        </p:nvSpPr>
        <p:spPr>
          <a:xfrm>
            <a:off x="8149341" y="1268691"/>
            <a:ext cx="1823974" cy="10492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Maintenance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Cost down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EAF966-EFA8-FD9A-65BD-F6BC36D6FA04}"/>
              </a:ext>
            </a:extLst>
          </p:cNvPr>
          <p:cNvSpPr txBox="1"/>
          <p:nvPr/>
        </p:nvSpPr>
        <p:spPr>
          <a:xfrm>
            <a:off x="1243093" y="910660"/>
            <a:ext cx="4880839" cy="336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8000"/>
              </a:lnSpc>
            </a:pPr>
            <a:r>
              <a:rPr lang="en-US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FoamFit</a:t>
            </a:r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Cleaner tissue experience</a:t>
            </a:r>
            <a:endParaRPr 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A380A2-5A6B-95D9-EC2E-B79AFC6D17EA}"/>
              </a:ext>
            </a:extLst>
          </p:cNvPr>
          <p:cNvSpPr/>
          <p:nvPr/>
        </p:nvSpPr>
        <p:spPr>
          <a:xfrm>
            <a:off x="9606939" y="2514675"/>
            <a:ext cx="1968500" cy="74128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restrooms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679E4DA-B285-2940-1111-BD3D3403F9C5}"/>
              </a:ext>
            </a:extLst>
          </p:cNvPr>
          <p:cNvSpPr/>
          <p:nvPr/>
        </p:nvSpPr>
        <p:spPr>
          <a:xfrm>
            <a:off x="8307095" y="5010716"/>
            <a:ext cx="1968500" cy="7412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Wet-wipe clogs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20F4A8-AB1B-484D-67D5-8B6E413CBDBA}"/>
              </a:ext>
            </a:extLst>
          </p:cNvPr>
          <p:cNvSpPr/>
          <p:nvPr/>
        </p:nvSpPr>
        <p:spPr>
          <a:xfrm>
            <a:off x="6237741" y="3725598"/>
            <a:ext cx="1968500" cy="7412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Uncomfortable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37DC46-D047-0AB6-CBC8-3FACDA9C836F}"/>
              </a:ext>
            </a:extLst>
          </p:cNvPr>
          <p:cNvSpPr/>
          <p:nvPr/>
        </p:nvSpPr>
        <p:spPr>
          <a:xfrm>
            <a:off x="5983478" y="5102885"/>
            <a:ext cx="1968500" cy="7412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Bidet cost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AADCA0-C0E8-2035-6902-40485D87767E}"/>
              </a:ext>
            </a:extLst>
          </p:cNvPr>
          <p:cNvSpPr/>
          <p:nvPr/>
        </p:nvSpPr>
        <p:spPr>
          <a:xfrm>
            <a:off x="9973315" y="3156350"/>
            <a:ext cx="1968500" cy="74128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complaints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E638A05-76EB-7E2D-63E7-7A813C237FB3}"/>
              </a:ext>
            </a:extLst>
          </p:cNvPr>
          <p:cNvSpPr/>
          <p:nvPr/>
        </p:nvSpPr>
        <p:spPr>
          <a:xfrm>
            <a:off x="9824203" y="4014735"/>
            <a:ext cx="1968500" cy="74128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cost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1B7A67B-4358-6A40-B596-68C6B0751D79}"/>
              </a:ext>
            </a:extLst>
          </p:cNvPr>
          <p:cNvSpPr/>
          <p:nvPr/>
        </p:nvSpPr>
        <p:spPr>
          <a:xfrm>
            <a:off x="5813034" y="1247531"/>
            <a:ext cx="1823974" cy="10492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satisfaction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76D662-882D-0104-6701-29CF3629163C}"/>
              </a:ext>
            </a:extLst>
          </p:cNvPr>
          <p:cNvSpPr/>
          <p:nvPr/>
        </p:nvSpPr>
        <p:spPr>
          <a:xfrm>
            <a:off x="2100710" y="1294740"/>
            <a:ext cx="1823974" cy="10492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hygiene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4683750-CFFB-8E5A-0090-543550612944}"/>
              </a:ext>
            </a:extLst>
          </p:cNvPr>
          <p:cNvSpPr/>
          <p:nvPr/>
        </p:nvSpPr>
        <p:spPr>
          <a:xfrm>
            <a:off x="4402680" y="1254240"/>
            <a:ext cx="1294499" cy="8057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refill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F610C67-8F36-6B08-E380-56A87B515EB6}"/>
              </a:ext>
            </a:extLst>
          </p:cNvPr>
          <p:cNvSpPr/>
          <p:nvPr/>
        </p:nvSpPr>
        <p:spPr>
          <a:xfrm>
            <a:off x="4029246" y="2639256"/>
            <a:ext cx="1667933" cy="7615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electricity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14AA189-A665-1780-41B1-025870C2E941}"/>
              </a:ext>
            </a:extLst>
          </p:cNvPr>
          <p:cNvSpPr/>
          <p:nvPr/>
        </p:nvSpPr>
        <p:spPr>
          <a:xfrm>
            <a:off x="573007" y="2425206"/>
            <a:ext cx="1968500" cy="74128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Foam module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B714305-F070-A645-48B3-1DD78793A887}"/>
              </a:ext>
            </a:extLst>
          </p:cNvPr>
          <p:cNvSpPr/>
          <p:nvPr/>
        </p:nvSpPr>
        <p:spPr>
          <a:xfrm>
            <a:off x="44584" y="3290052"/>
            <a:ext cx="1968500" cy="74128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Refill cartridge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AE0C530-A144-E064-323C-E9ED1DEDD176}"/>
              </a:ext>
            </a:extLst>
          </p:cNvPr>
          <p:cNvSpPr/>
          <p:nvPr/>
        </p:nvSpPr>
        <p:spPr>
          <a:xfrm>
            <a:off x="3656847" y="3785545"/>
            <a:ext cx="1968500" cy="7412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hygiene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F26507C-604B-5736-512B-B0C0D5E558A1}"/>
              </a:ext>
            </a:extLst>
          </p:cNvPr>
          <p:cNvSpPr/>
          <p:nvPr/>
        </p:nvSpPr>
        <p:spPr>
          <a:xfrm>
            <a:off x="3559555" y="5058521"/>
            <a:ext cx="1968500" cy="7412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clogging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BBD275-536B-4DDC-559A-15A1A2A011EE}"/>
              </a:ext>
            </a:extLst>
          </p:cNvPr>
          <p:cNvSpPr/>
          <p:nvPr/>
        </p:nvSpPr>
        <p:spPr>
          <a:xfrm>
            <a:off x="1450602" y="4687878"/>
            <a:ext cx="1968500" cy="7412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wipe waste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774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1ED27-B584-8C78-2F77-2D4D66730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BC1C77-FC7C-6415-81F0-0ED3DFD918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B6EC60-9A16-FF2C-9ABD-5ECFA5F9EC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2987BB-7947-9136-7079-F38980A02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93" y="0"/>
            <a:ext cx="9705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99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ec0543a-cc73-4fa4-9e2a-cf52adf9b788}" enabled="0" method="" siteId="{aec0543a-cc73-4fa4-9e2a-cf52adf9b78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45</Words>
  <Application>Microsoft Office PowerPoint</Application>
  <PresentationFormat>와이드스크린</PresentationFormat>
  <Paragraphs>20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OH Dongju</dc:creator>
  <cp:lastModifiedBy>OH Dongju</cp:lastModifiedBy>
  <cp:revision>2</cp:revision>
  <dcterms:created xsi:type="dcterms:W3CDTF">2026-07-28T07:26:23Z</dcterms:created>
  <dcterms:modified xsi:type="dcterms:W3CDTF">2026-07-28T08:18:20Z</dcterms:modified>
</cp:coreProperties>
</file>